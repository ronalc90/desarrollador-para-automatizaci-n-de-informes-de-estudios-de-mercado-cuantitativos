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 inicial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Estudio de ejemplo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Grafico satisfaccion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